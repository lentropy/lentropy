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 — 약 1분]</a:t>
            </a:r>
          </a:p>
          <a:p/>
          <a:p>
            <a:r>
              <a:t>안녕하세요. 오늘은 NAC, 즉 네트워크 접근 제어 시스템의 개념과 활용 방안, 그리고 저희가 직접 개발한 LEntropy NAC 플랫폼의 개발 개요를 소개해 드리겠습니다.</a:t>
            </a:r>
          </a:p>
          <a:p>
            <a:r>
              <a:t>발표는 총 30분으로 진행되며, 이론 개념 → 실무 활용 → 개발 구현 순서로 설명드리겠습니다.</a:t>
            </a:r>
          </a:p>
          <a:p>
            <a:r>
              <a:t>궁금하신 점은 발표 후 Q&amp;A 시간에 질문해 주시기 바랍니다.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[목차 — 약 30초]</a:t>
            </a:r>
          </a:p>
          <a:p/>
          <a:p>
            <a:r>
              <a:t>발표는 크게 5개 파트로 구성됩니다.</a:t>
            </a:r>
          </a:p>
          <a:p>
            <a:r>
              <a:t>1부에서는 NAC의 개념, 2부에서는 기술적 동작 원리, 3부에서는 다양한 산업 환경에서의 활용 방안, 4부에서는 실제 개발 내용, 마지막으로 5부에서 결론 및 향후 계획을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[NAC 정의 — 약 2분]</a:t>
            </a:r>
          </a:p>
          <a:p/>
          <a:p>
            <a:r>
              <a:t>NAC는 네트워크 접근 제어(Network Access Control)의 약자입니다.</a:t>
            </a:r>
          </a:p>
          <a:p>
            <a:r>
              <a:t>한 마디로 정의하면, 네트워크에 접속하려는 모든 장치를 식별하고, 인증하고, 검사하여 보안 정책에 따라 접속을 허용하거나 차단하는 보안 시스템입니다.</a:t>
            </a:r>
          </a:p>
          <a:p/>
          <a:p>
            <a:r>
              <a:t>핵심 기능은 4가지입니다.</a:t>
            </a:r>
          </a:p>
          <a:p>
            <a:r>
              <a:t>첫째, 식별 — 네트워크에 연결된 모든 장치를 자동으로 탐지합니다.</a:t>
            </a:r>
          </a:p>
          <a:p>
            <a:r>
              <a:t>둘째, 인증 — 802.1x 표준이나 LDAP을 통해 사용자와 장치의 신원을 확인합니다.</a:t>
            </a:r>
          </a:p>
          <a:p>
            <a:r>
              <a:t>셋째, 정책 — 단말의 보안 상태에 따라 접근 수준을 다르게 적용합니다.</a:t>
            </a:r>
          </a:p>
          <a:p>
            <a:r>
              <a:t>넷째, 제어 — 정책을 위반한 장치를 실시간으로 차단하거나 격리합니다.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NAC가 필요한가 — 약 2분]</a:t>
            </a:r>
          </a:p>
          <a:p/>
          <a:p>
            <a:r>
              <a:t>현대 기업 네트워크는 과거와 완전히 달라졌습니다.</a:t>
            </a:r>
          </a:p>
          <a:p>
            <a:r>
              <a:t>직원 개인 스마트폰이 회사 Wi-Fi에 연결되고, 공장 바닥에는 수십 개의 IoT 센서가 깔려 있습니다.</a:t>
            </a:r>
          </a:p>
          <a:p>
            <a:r>
              <a:t>이런 환경에서 관리되지 않는 장치 하나가 악성코드에 감염되면, 내부망 전체가 위험에 노출됩니다.</a:t>
            </a:r>
          </a:p>
          <a:p/>
          <a:p>
            <a:r>
              <a:t>또한 개인정보보호법과 ISMS-P 등 법적 요구사항도 엄격해졌습니다.</a:t>
            </a:r>
          </a:p>
          <a:p>
            <a:r>
              <a:t>네트워크 접근 이력을 기록하고, 비인가 장치 접속을 차단했다는 증거를 제시해야 합니다.</a:t>
            </a:r>
          </a:p>
          <a:p>
            <a:r>
              <a:t>NAC는 이 모든 요구사항을 자동으로 처리해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[동작 원리 — 약 3분]</a:t>
            </a:r>
          </a:p>
          <a:p/>
          <a:p>
            <a:r>
              <a:t>NAC의 동작은 5단계로 이루어집니다.</a:t>
            </a:r>
          </a:p>
          <a:p/>
          <a:p>
            <a:r>
              <a:t>1단계 탐지: 장치가 네트워크에 연결되는 순간, ARP 브로드캐스트나 DHCP 요청을 통해 자동으로 감지됩니다.</a:t>
            </a:r>
          </a:p>
          <a:p>
            <a:r>
              <a:t>2단계 식별: MAC 주소, IP, OS 종류를 수집합니다. 에이전트 없이도 DHCP 옵션 분석으로 Windows인지 Linux인지 구분할 수 있습니다.</a:t>
            </a:r>
          </a:p>
          <a:p>
            <a:r>
              <a:t>3단계 인증: 802.1x 프로토콜로 RADIUS 서버에 인증을 요청하거나, 웹 브라우저를 캡티브 포털로 리다이렉트하여 로그인을 요구합니다.</a:t>
            </a:r>
          </a:p>
          <a:p>
            <a:r>
              <a:t>4단계 정책 평가: 보안 패치 적용 여부, 암호화 설정, 화이트리스트 등록 여부 등을 검사합니다.</a:t>
            </a:r>
          </a:p>
          <a:p>
            <a:r>
              <a:t>5단계 제어: 검사 결과에 따라 허용, 차단, 또는 격리 네트워크로 이동시킵니다.</a:t>
            </a:r>
          </a:p>
          <a:p>
            <a:r>
              <a:t>모든 과정은 감사 로그에 자동 기록됩니다.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[두 가지 방식 — 약 3분]</a:t>
            </a:r>
          </a:p>
          <a:p/>
          <a:p>
            <a:r>
              <a:t>NAC는 두 가지 방식으로 동작합니다.</a:t>
            </a:r>
          </a:p>
          <a:p/>
          <a:p>
            <a:r>
              <a:t>에이전트리스 방식은 PC에 아무것도 설치하지 않습니다.</a:t>
            </a:r>
          </a:p>
          <a:p>
            <a:r>
              <a:t>네트워크 스위치에 흐르는 ARP, DHCP 패킷을 sensor 서비스가 수동으로 감청하여 장치를 탐지합니다.</a:t>
            </a:r>
          </a:p>
          <a:p>
            <a:r>
              <a:t>차단이 필요하면 enforcement 서비스가 ARP 스푸핑을 실행합니다.</a:t>
            </a:r>
          </a:p>
          <a:p>
            <a:r>
              <a:t>ARP 스푸핑이란, PC에게 '게이트웨이의 MAC 주소가 우리 서버입니다'라고 거짓 응답을 보내는 기법입니다.</a:t>
            </a:r>
          </a:p>
          <a:p>
            <a:r>
              <a:t>PC는 이후 인터넷으로 보내는 모든 패킷을 enforcement 서버에 보내게 되고, 서버는 이를 버립니다.</a:t>
            </a:r>
          </a:p>
          <a:p/>
          <a:p>
            <a:r>
              <a:t>에이전트 기반 방식은 PC에 endpoint-agent 프로그램을 설치합니다.</a:t>
            </a:r>
          </a:p>
          <a:p>
            <a:r>
              <a:t>에이전트는 30~60초마다 자신의 보안 상태를 gRPC로 서버에 보고합니다.</a:t>
            </a:r>
          </a:p>
          <a:p>
            <a:r>
              <a:t>중요한 점은, 에이전트 자체는 네트워크를 끊지 않습니다.</a:t>
            </a:r>
          </a:p>
          <a:p>
            <a:r>
              <a:t>차단 결정은 policy-manager가 하고, 실행은 enforcement가 합니다.</a:t>
            </a:r>
          </a:p>
          <a:p/>
          <a:p>
            <a:r>
              <a:t>두 방식은 함께 사용할 수 있으며, 에이전트 설치 여부에 따라 얻을 수 있는 정보의 깊이가 달라집니다.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[활용 방안 — 약 2분]</a:t>
            </a:r>
          </a:p>
          <a:p/>
          <a:p>
            <a:r>
              <a:t>NAC는 특정 산업에 국한되지 않고 네트워크가 있는 모든 환경에 적용됩니다.</a:t>
            </a:r>
          </a:p>
          <a:p/>
          <a:p>
            <a:r>
              <a:t>기업 환경에서는 직원 개인 기기 접속 정책 집행과 퇴직자 장치의 즉시 차단이 주요 사용 사례입니다.</a:t>
            </a:r>
          </a:p>
          <a:p>
            <a:r>
              <a:t>교육기관은 학생과 교직원의 네트워크 권한을 자동으로 분리합니다.</a:t>
            </a:r>
          </a:p>
          <a:p>
            <a:r>
              <a:t>병원은 의료기기를 별도 망에 격리하여 랜섬웨어 공격으로부터 보호합니다.</a:t>
            </a:r>
          </a:p>
          <a:p>
            <a:r>
              <a:t>제조 공장은 OT 네트워크와 IT 네트워크를 분리하여 산업 제어 시스템을 보호합니다.</a:t>
            </a:r>
          </a:p>
          <a:p>
            <a:r>
              <a:t>공공기관은 법적 감사 요건을 충족하기 위한 접속 이력 보존에 활용합니다.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[기업 환경 시나리오 — 약 3분]</a:t>
            </a:r>
          </a:p>
          <a:p/>
          <a:p>
            <a:r>
              <a:t>실제 기업 환경에서 발생하는 4가지 대표 시나리오를 설명합니다.</a:t>
            </a:r>
          </a:p>
          <a:p/>
          <a:p>
            <a:r>
              <a:t>첫 번째, BYOD 직원 스마트폰입니다. 스마트폰이 Wi-Fi에 연결되면 캡티브 포털이 표시됩니다. 회사 계정으로 로그인하면 업무망에 접속되고, 그렇지 않으면 인터넷만 가능한 게스트 영역으로 격리됩니다.</a:t>
            </a:r>
          </a:p>
          <a:p/>
          <a:p>
            <a:r>
              <a:t>두 번째, 협력업체 방문자입니다. 방문자 노트북이 연결되면 화이트리스트를 확인합니다. 미등록 장치는 즉시 차단되고, 필요한 경우 임시 접속권을 발급할 수 있습니다.</a:t>
            </a:r>
          </a:p>
          <a:p/>
          <a:p>
            <a:r>
              <a:t>세 번째, 퇴직자 장치 접속입니다. 퇴직자의 AD 계정이 비활성화되면 RADIUS 인증이 거부됩니다. 이전에 등록된 MAC 주소도 정책에 의해 차단됩니다.</a:t>
            </a:r>
          </a:p>
          <a:p/>
          <a:p>
            <a:r>
              <a:t>네 번째, 악성코드 감염 PC입니다. endpoint-agent가 이상 징후를 감지하여 서버에 보고하면, policy-manager가 해당 장치를 즉시 격리합니다.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[아키텍처 개요 — 약 3분]</a:t>
            </a:r>
          </a:p>
          <a:p/>
          <a:p>
            <a:r>
              <a:t>이것이 LEntropy NAC 플랫폼의 전체 아키텍처입니다.</a:t>
            </a:r>
          </a:p>
          <a:p/>
          <a:p>
            <a:r>
              <a:t>크게 세 층으로 구성됩니다.</a:t>
            </a:r>
          </a:p>
          <a:p/>
          <a:p>
            <a:r>
              <a:t>상단은 외부 접점입니다. Wi-Fi/스위치는 RADIUS로, PC 에이전트는 gRPC로, 관리자 브라우저는 HTTPS로 플랫폼에 연결됩니다.</a:t>
            </a:r>
          </a:p>
          <a:p/>
          <a:p>
            <a:r>
              <a:t>중간은 서비스 레이어입니다. aaa 서비스가 RADIUS 인증을 담당하고, agent-gateway가 에이전트와 gRPC 통신을 합니다. api-gateway는 JWT 인증 후 policy-manager로 요청을 프록시합니다. policy-manager가 핵심 엔진으로 모든 정책 결정을 내립니다.</a:t>
            </a:r>
          </a:p>
          <a:p/>
          <a:p>
            <a:r>
              <a:t>하단은 네트워크 레벨 서비스입니다. sensor가 패킷을 감청하고, enforcement가 ARP 스푸핑으로 차단하며, dhcp가 IP를 할당합니다.</a:t>
            </a:r>
          </a:p>
          <a:p/>
          <a:p>
            <a:r>
              <a:t>이 모든 서비스가 NATS 이벤트 버스를 통해 비동기적으로 통신합니다.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[기술 스택 — 약 2분]</a:t>
            </a:r>
          </a:p>
          <a:p/>
          <a:p>
            <a:r>
              <a:t>백엔드는 Rust로 작성되었습니다. Rust를 선택한 이유는 네트워크 패킷 처리, ARP 스푸핑 같은 시스템 레벨 작업에 C 수준의 성능이 필요하면서도, 메모리 안전성을 컴파일러가 보장해주기 때문입니다.</a:t>
            </a:r>
          </a:p>
          <a:p/>
          <a:p>
            <a:r>
              <a:t>프론트엔드는 React와 TypeScript로 개발했습니다. 관리자가 실시간으로 단말 상태를 모니터링하고 정책을 변경할 수 있는 SPA입니다.</a:t>
            </a:r>
          </a:p>
          <a:p/>
          <a:p>
            <a:r>
              <a:t>프로토콜은 업계 표준을 따릅니다. 802.1x RADIUS, gRPC, DHCP 모두 RFC 표준 구현입니다.</a:t>
            </a:r>
          </a:p>
          <a:p/>
          <a:p>
            <a:r>
              <a:t>배포는 로컬 개발 환경은 Docker Compose, 프로덕션은 Kubernetes Helm 차트로 패키징되어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[구현 현황 — 약 2분]</a:t>
            </a:r>
          </a:p>
          <a:p/>
          <a:p>
            <a:r>
              <a:t>총 10개 서비스와 2개 Rust 크레이트 라이브러리가 구현되어 있습니다.</a:t>
            </a:r>
          </a:p>
          <a:p>
            <a:r>
              <a:t>핵심 기능은 모두 완료 상태입니다.</a:t>
            </a:r>
          </a:p>
          <a:p/>
          <a:p>
            <a:r>
              <a:t>완료된 항목은 그린으로 표시됩니다. policy-manager부터 admin-console까지 전체 파이프라인이 동작합니다.</a:t>
            </a:r>
          </a:p>
          <a:p/>
          <a:p>
            <a:r>
              <a:t>오렌지로 표시된 항목은 부분 구현입니다.</a:t>
            </a:r>
          </a:p>
          <a:p>
            <a:r>
              <a:t>EAP-TLS/PEAP는 802.1x의 전체 TLS 핸드셰이크 구조는 작성되었지만, 실제 인증서를 연동하려면 추가 설정이 필요합니다.</a:t>
            </a:r>
          </a:p>
          <a:p>
            <a:r>
              <a:t>LDAP 연동은 Mock 모드로 구현되어 있어, 환경변수에 LDAP_URL을 설정하면 실제 AD와 연동됩니다.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[데모 시나리오 — 약 4분]</a:t>
            </a:r>
          </a:p>
          <a:p/>
          <a:p>
            <a:r>
              <a:t>실제 테스트는 이 5단계로 진행됩니다.</a:t>
            </a:r>
          </a:p>
          <a:p/>
          <a:p>
            <a:r>
              <a:t>1단계: docker compose up -d 명령 한 번으로 8개 서비스가 자동으로 시작됩니다.</a:t>
            </a:r>
          </a:p>
          <a:p>
            <a:r>
              <a:t>PostgreSQL, Redis, NATS 인프라가 먼저 기동되고, 헬스체크가 통과되면 앱 서비스들이 순차적으로 시작됩니다.</a:t>
            </a:r>
          </a:p>
          <a:p/>
          <a:p>
            <a:r>
              <a:t>2단계: 브라우저에서 Admin Console에 접속합니다. 로그인하면 JWT 토큰이 발급되어 이후 모든 API 호출에 자동으로 포함됩니다.</a:t>
            </a:r>
          </a:p>
          <a:p/>
          <a:p>
            <a:r>
              <a:t>3단계: Windows PC에서 endpoint-agent.exe를 실행합니다. 30초 후 서버의 Endpoints 목록에 해당 PC가 자동으로 등록됩니다.</a:t>
            </a:r>
          </a:p>
          <a:p/>
          <a:p>
            <a:r>
              <a:t>4단계: 관리자가 단말을 허용, 차단, 격리 상태로 변경할 수 있습니다. 모든 조작은 감사 로그에 자동 기록됩니다.</a:t>
            </a:r>
          </a:p>
          <a:p/>
          <a:p>
            <a:r>
              <a:t>5단계: radtest 명령으로 RADIUS 인증을 테스트합니다. Access-Accept 응답이 오면 정상입니다.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[보안 고려사항 — 약 2분]</a:t>
            </a:r>
          </a:p>
          <a:p/>
          <a:p>
            <a:r>
              <a:t>현재 코드는 개발 편의를 위해 기본값이 설정되어 있습니다.</a:t>
            </a:r>
          </a:p>
          <a:p>
            <a:r>
              <a:t>프로덕션 환경에 배포하기 전에 반드시 변경해야 할 항목들입니다.</a:t>
            </a:r>
          </a:p>
          <a:p/>
          <a:p>
            <a:r>
              <a:t>빨간색으로 표시된 세 항목은 반드시 변경해야 합니다.</a:t>
            </a:r>
          </a:p>
          <a:p>
            <a:r>
              <a:t>JWT 시크릿, RADIUS 시크릿, 관리자 비밀번호는 기본값으로 두면 즉시 공격에 노출됩니다.</a:t>
            </a:r>
          </a:p>
          <a:p/>
          <a:p>
            <a:r>
              <a:t>주황색 항목은 운영 환경 설정입니다.</a:t>
            </a:r>
          </a:p>
          <a:p>
            <a:r>
              <a:t>PostgreSQL 비밀번호 강화, TLS 인증서 적용, RADIUS 포트 방화벽 제한이 여기에 해당합니다.</a:t>
            </a:r>
          </a:p>
          <a:p/>
          <a:p>
            <a:r>
              <a:t>시안색 항목은 아키텍처 관련 고려사항입니다.</a:t>
            </a:r>
          </a:p>
          <a:p>
            <a:r>
              <a:t>sensor와 enforcement는 raw socket을 사용하므로 NET_RAW 권한이 필요하고, 보안상 전용 노드에 격리하는 것이 권장됩니다.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[향후 로드맵 — 약 2분]</a:t>
            </a:r>
          </a:p>
          <a:p/>
          <a:p>
            <a:r>
              <a:t>개발 로드맵은 3단계로 구성됩니다.</a:t>
            </a:r>
          </a:p>
          <a:p/>
          <a:p>
            <a:r>
              <a:t>Phase 1은 현재 부분 구현된 기능을 완성하는 단계입니다. EAP-TLS 완전 구현과 LDAP 연동 검증, 그리고 에이전트를 Windows 서비스로 설치할 수 있는 패키지를 만들 계획입니다.</a:t>
            </a:r>
          </a:p>
          <a:p/>
          <a:p>
            <a:r>
              <a:t>Phase 2는 엔터프라이즈 기능 확장입니다. VLAN 동적 할당으로 격리 수준을 높이고, CVE 피드와 연동하여 패치되지 않은 취약점을 가진 장치를 자동으로 탐지합니다. macOS 에이전트도 지원할 예정입니다.</a:t>
            </a:r>
          </a:p>
          <a:p/>
          <a:p>
            <a:r>
              <a:t>Phase 3는 지능화 단계입니다. 기계학습 모델로 네트워크 이상 행위를 탐지하고, SOC/SIEM 시스템과 연동하여 기업 보안 운영 센터에 통합합니다.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 가치 요약 — 약 2분]</a:t>
            </a:r>
          </a:p>
          <a:p/>
          <a:p>
            <a:r>
              <a:t>LEntropy NAC Platform의 핵심 가치 여섯 가지를 정리하겠습니다.</a:t>
            </a:r>
          </a:p>
          <a:p/>
          <a:p>
            <a:r>
              <a:t>첫째, 즉시 배포 가능합니다. docker compose up 명령 하나로 전체 스택이 올라옵니다.</a:t>
            </a:r>
          </a:p>
          <a:p>
            <a:r>
              <a:t>둘째, 이중 제어 방식입니다. 에이전트 설치 여부와 관계없이 모든 장치를 제어할 수 있습니다.</a:t>
            </a:r>
          </a:p>
          <a:p>
            <a:r>
              <a:t>셋째, 완전한 가시성입니다. 누가 언제 어떤 장치로 접속했는지 모든 이력이 자동 기록됩니다.</a:t>
            </a:r>
          </a:p>
          <a:p>
            <a:r>
              <a:t>넷째, Rust 기반의 고성능입니다. 수만 개의 단말을 최소 리소스로 처리합니다.</a:t>
            </a:r>
          </a:p>
          <a:p>
            <a:r>
              <a:t>다섯째, 클라우드 네이티브입니다. Kubernetes로 어디서든 배포할 수 있습니다.</a:t>
            </a:r>
          </a:p>
          <a:p>
            <a:r>
              <a:t>여섯째, 표준 프로토콜을 사용합니다. 기존 Wi-Fi AP나 스위치와 바로 연동됩니다.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[Q&amp;A — 약 5분]</a:t>
            </a:r>
          </a:p>
          <a:p/>
          <a:p>
            <a:r>
              <a:t>발표를 들어주셔서 감사합니다.</a:t>
            </a:r>
          </a:p>
          <a:p/>
          <a:p>
            <a:r>
              <a:t>지금까지 NAC의 개념, 동작 원리, 산업별 활용 방안, 그리고 LEntropy NAC 플랫폼의 실제 구현 내용을 설명드렸습니다.</a:t>
            </a:r>
          </a:p>
          <a:p/>
          <a:p>
            <a:r>
              <a:t>주요 내용을 정리하면:</a:t>
            </a:r>
          </a:p>
          <a:p>
            <a:r>
              <a:t>- NAC는 네트워크의 모든 장치를 식별·인증·제어하는 보안 프레임워크입니다.</a:t>
            </a:r>
          </a:p>
          <a:p>
            <a:r>
              <a:t>- 에이전트리스와 에이전트 방식을 모두 지원합니다.</a:t>
            </a:r>
          </a:p>
          <a:p>
            <a:r>
              <a:t>- Rust로 개발된 10개 서비스가 NATS 이벤트 버스로 연결됩니다.</a:t>
            </a:r>
          </a:p>
          <a:p>
            <a:r>
              <a:t>- Docker Compose로 즉시 배포, Kubernetes로 프로덕션 운영이 가능합니다.</a:t>
            </a:r>
          </a:p>
          <a:p/>
          <a:p>
            <a:r>
              <a:t>궁금하신 점이 있으시면 질문해 주시기 바랍니다.</a:t>
            </a:r>
          </a:p>
          <a:p/>
          <a:p>
            <a:r>
              <a:t>[일반적으로 받는 질문 예시]</a:t>
            </a:r>
          </a:p>
          <a:p>
            <a:r>
              <a:t>Q: ARP 스푸핑이 스위치 포트 보안(Dynamic ARP Inspection)에 의해 막히지 않나요?</a:t>
            </a:r>
          </a:p>
          <a:p>
            <a:r>
              <a:t>A: 맞습니다. 엔터프라이즈 스위치에서 DAI가 활성화되어 있으면 ARP 스푸핑이 차단됩니다. 이 경우 VLAN 변경이나 802.1x 포트 비활성화를 사용해야 합니다. 저희 플랫폼은 향후 VLAN 동적 제어를 Phase 2 로드맵에 포함하고 있습니다.</a:t>
            </a:r>
          </a:p>
          <a:p/>
          <a:p>
            <a:r>
              <a:t>Q: endpoint-agent가 삭제되면 차단을 우회할 수 있지 않나요?</a:t>
            </a:r>
          </a:p>
          <a:p>
            <a:r>
              <a:t>A: 에이전트 기반 제어는 컴플라이언스 검사 용도가 주 목적입니다. 실제 네트워크 차단은 에이전트와 무관하게 enforcement 서비스가 ARP 스푸핑으로 수행하므로, 에이전트를 삭제해도 네트워크 레벨 차단은 계속 동작합니다.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00B4D8"/>
                </a:solidFill>
              </a:rPr>
              <a:t>NAC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CCCC"/>
                </a:solidFill>
              </a:rPr>
              <a:t>Network Access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697480"/>
            <a:ext cx="8046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NAC 개념 설명 및 활용 방안과 개발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429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발표 시간 30분  |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LEntropy NAC Platform v0.1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CCCCC"/>
                </a:solidFill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1031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2103120" cy="41148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1부  개념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5740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NAC란 무엇인가?
왜 NAC가 필요한가?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554480"/>
            <a:ext cx="21031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554480"/>
            <a:ext cx="21031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5727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2부  원리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205740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동작 방식
에이전트리스 vs 에이전트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554480"/>
            <a:ext cx="21031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1554480"/>
            <a:ext cx="2103120" cy="411480"/>
          </a:xfrm>
          <a:prstGeom prst="rect">
            <a:avLst/>
          </a:prstGeom>
          <a:solidFill>
            <a:srgbClr val="00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5727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3부 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205740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기업 / 교육 / 의료 환경
실제 적용 시나리오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554480"/>
            <a:ext cx="21031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1554480"/>
            <a:ext cx="2103120" cy="4114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15727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4부  개발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205740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아키텍처 &amp; 기술 스택
컴포넌트 구현 현황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554480"/>
            <a:ext cx="21031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60" y="1554480"/>
            <a:ext cx="2103120" cy="4114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5727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5부  결론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488" y="205740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핵심 가치 요약
향후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NAC란 무엇인가?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Network Access Control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CCCCC"/>
                </a:solidFill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11430000" cy="109728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"네트워크에 접속하려는 모든 장치를 식별·인증·검사하여
정책에 따라 접속을 허용/차단/격리하는 보안 프레임워크"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2788920" cy="3291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🔍 식별 (Identify)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83280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네트워크에 연결된 모든 장치 탐지
• MAC 주소, IP, OS 정보 수집
• 에이전트 또는 패킷 분석으로 탐지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834640"/>
            <a:ext cx="2788920" cy="3291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✅ 인증 (Authenticate)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3383280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사용자/장치 신원 확인
• 802.1x RADIUS 프로토콜
• LDAP/AD 계정 연동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834640"/>
            <a:ext cx="2788920" cy="3291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🛡️ 정책 (Policy)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383280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단말 상태에 따른 접근 규칙 적용
• 컴플라이언스 검사 (암호화, 패치 등)
• 실시간 정책 변경 반영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834640"/>
            <a:ext cx="2788920" cy="3291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🚫 제어 (Control)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3383280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미인증 장치 자동 차단
• 격리 네트워크(VLAN) 이동
• ARP 스푸핑 기반 L2 차단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왜 NAC가 필요한가?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보안 위협 현황과 네트워크 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CCCCC"/>
                </a:solidFill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4712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137160" cy="7498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361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🖥️ BYOD 확산  —  직원 개인 기기(스마트폰, 노트북)의 업무망 접속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124712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04872"/>
            <a:ext cx="137160" cy="7498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4323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🌐 IoT 폭증  —  IP카메라, 프린터, 스마트 센서 등 비관리 장치 급증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00984"/>
            <a:ext cx="1124712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00984"/>
            <a:ext cx="137160" cy="7498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328415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🦠 내부 위협  —  악성코드 감염 단말이 내부망을 통해 횡적 이동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97096"/>
            <a:ext cx="1124712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197096"/>
            <a:ext cx="137160" cy="7498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22452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🔓 미인증 접속  —  퇴직자 노트북, 외부 방문자 USB 등 비인가 장치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93208"/>
            <a:ext cx="1124712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093208"/>
            <a:ext cx="137160" cy="7498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1206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📋 컴플라이언스  —  개인정보보호법·정보보호관리체계(ISMS-P) 요구사항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035040"/>
            <a:ext cx="11247120" cy="59436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080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🎯  NAC 도입 시  →  미인증 장치 접속 차단 + 내부망 침해 범위 최소화 + 규정 준수 자동화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NAC 동작 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단말 접속부터 정책 적용까지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CCCCC"/>
                </a:solidFill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1031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210312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①  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76272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장치가 네트워크에
연결됨
ARP/DHCP 감지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645920"/>
            <a:ext cx="21031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79" y="1645920"/>
            <a:ext cx="2103120" cy="45720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67335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②  식별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2176272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MAC 주소, OS,
호스트명 수집
OS 핑거프린팅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645920"/>
            <a:ext cx="21031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645920"/>
            <a:ext cx="2103120" cy="457200"/>
          </a:xfrm>
          <a:prstGeom prst="rect">
            <a:avLst/>
          </a:prstGeom>
          <a:solidFill>
            <a:srgbClr val="00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67335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③  인증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176272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802.1x RADIUS
또는 Captive Portal
사용자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19" y="1645920"/>
            <a:ext cx="21031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19" y="1645920"/>
            <a:ext cx="2103120" cy="4572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59" y="167335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④  정책평가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176272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컴플라이언스 검사
화이트리스트 확인
위험도 판정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39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645920"/>
            <a:ext cx="21031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1645920"/>
            <a:ext cx="2103120" cy="4572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167335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⑤  제어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176272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허용 / 차단 / 격리
ARP 스푸핑 실행
실시간 적용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989320"/>
            <a:ext cx="11430000" cy="59436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모든 단계는 실시간으로 처리되며 감사 로그(Audit Log)에 기록됩니다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두 가지 제어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에이전트리스 vs 에이전트 기반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CCCCC"/>
                </a:solidFill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39496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3949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8191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에이전트리스 (Agentless)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동작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140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sensor 서비스가 ARP/DHCP 패킷 수동 감청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791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pnet 라이브러리로 raw socket 캡처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443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DHCP Option 55 분석 → OS 핑거프린팅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95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제어 방식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398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enforcement 서비스가 ARP 스푸핑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05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차단 대상 PC에 위조 ARP 응답 전송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702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스위치/AP 설정 변경 없이 소프트웨어로 차단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354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00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C89A"/>
                </a:solidFill>
              </a:rPr>
              <a:t>장점  ✓ 설치 불필요 · 즉시 적용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657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D6D"/>
                </a:solidFill>
              </a:rPr>
              <a:t>단점  ✗ 컴플라이언스 정보 부족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600"/>
                </a:solidFill>
              </a:rPr>
              <a:t>VS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554480"/>
            <a:ext cx="539496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554480"/>
            <a:ext cx="5394960" cy="502920"/>
          </a:xfrm>
          <a:prstGeom prst="rect">
            <a:avLst/>
          </a:prstGeom>
          <a:solidFill>
            <a:srgbClr val="00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58191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</a:rPr>
              <a:t>에이전트 기반 (Agent)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1488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9A"/>
                </a:solidFill>
              </a:rPr>
              <a:t>동작 방식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41401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PC에 endpoint-agent 데몬 설치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6791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시스템 정보 수집 (OS, 메모리, 버전)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9443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gRPC로 agent-gateway에 주기적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2095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4747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9A"/>
                </a:solidFill>
              </a:rPr>
              <a:t>제어 방식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7398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에이전트는 상태 보고만 담당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0050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실제 차단은 enforcement가 수행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2702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컴플라이언스 위반 시 자동 격리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53542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8006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C89A"/>
                </a:solidFill>
              </a:rPr>
              <a:t>장점  ✓ 상세 컴플라이언스 정보 수집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0657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D6D"/>
                </a:solidFill>
              </a:rPr>
              <a:t>단점  ✗ 각 PC에 설치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NAC 활용 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산업별 적용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CCCCC"/>
                </a:solidFill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8191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NAC는 네트워크가 존재하는 모든 환경에 적용 가능합니다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76272"/>
            <a:ext cx="210312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76272"/>
            <a:ext cx="2103120" cy="64008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🏢 기업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88036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BYOD 정책 집행
퇴직자 장치 즉시 차단
부서별 접근 권한 분리
VPN 연동 보안 강화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176272"/>
            <a:ext cx="210312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2176272"/>
            <a:ext cx="21031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194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🎓 교육기관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288036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학생/교직원 구분 접속
실습실 PC 자동 등록
시험 기간 외부 접속 차단
캠퍼스 Wi-Fi 인증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176272"/>
            <a:ext cx="210312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46320" y="2176272"/>
            <a:ext cx="2103120" cy="640080"/>
          </a:xfrm>
          <a:prstGeom prst="rect">
            <a:avLst/>
          </a:prstGeom>
          <a:solidFill>
            <a:srgbClr val="00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2194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🏥 의료기관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288036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의료기기 별도 망 격리
EMR 시스템 접근 제어
개인정보 유출 방지
HIPAA 컴플라이언스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2176272"/>
            <a:ext cx="210312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86600" y="2176272"/>
            <a:ext cx="2103120" cy="640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194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🏭 제조/공장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288036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OT/IT 망 분리
PLC·SCADA 장치 보호
외주 업체 임시 접속
산업 제어망 무단 접속 차단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2176272"/>
            <a:ext cx="210312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2176272"/>
            <a:ext cx="2103120" cy="64008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19" y="2194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🏛️ 공공기관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7" y="288036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국가보안망 접근 제어
출입 인증 연동
보안 등급별 망 분리
감사 로그 법적 증거 보존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활용 시나리오 — 기업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BYOD &amp; 내부 보안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CCCCC"/>
                </a:solidFill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66928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66928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3677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시나리오 1  BYOD 직원 스마트폰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53949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Wi-Fi 연결 시 Captive Portal 표시
• 회사 계정으로 인증 후 업무망 접속 허용
• 미인증 시 인터넷 전용 Guest VLAN으로 격리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66928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669280" cy="438912"/>
          </a:xfrm>
          <a:prstGeom prst="rect">
            <a:avLst/>
          </a:prstGeom>
          <a:solidFill>
            <a:srgbClr val="00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3677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시나리오 2  협력업체 방문자 노트북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53949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MAC 주소 기반 자동 탐지
• 화이트리스트 미등록 → 즉시 차단
• 임시 접속권 발급 후 만료 시 자동 해제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66928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669280" cy="43891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599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시나리오 3  퇴직자 장치 접속 시도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26280"/>
            <a:ext cx="53949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LDAP 계정 비활성화 → RADIUS 거부
• 이전에 등록된 MAC도 정책으로 차단
• 보안팀 실시간 알림 발송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023360"/>
            <a:ext cx="566928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023360"/>
            <a:ext cx="5669280" cy="43891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599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시나리오 4  악성코드 감염 PC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26280"/>
            <a:ext cx="53949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endpoint-agent가 이상 프로세스 감지
• policy-manager에 위험 상태 보고
• 자동 quarantine 격리 + 감사 로그 기록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개발 개요 — 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LEntropy NAC Platform v0.1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CCCCC"/>
                </a:solidFill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2194560" cy="64008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276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🌐 Wi-Fi / 유선
스위치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600200"/>
            <a:ext cx="2194560" cy="64008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6276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💻 Windows/Linux
PC (에이전트)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600200"/>
            <a:ext cx="2194560" cy="64008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6276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🔧 관리자
브라우저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RADIUS
802.1x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331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gRPC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HTTPS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2286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834640"/>
            <a:ext cx="22860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62656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aaa
:8080/:1812/:1813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834640"/>
            <a:ext cx="2286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2834640"/>
            <a:ext cx="2286000" cy="109728"/>
          </a:xfrm>
          <a:prstGeom prst="rect">
            <a:avLst/>
          </a:prstGeom>
          <a:solidFill>
            <a:srgbClr val="00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2962656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agent-gateway
:50051 (gRPC)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2834640"/>
            <a:ext cx="2286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2834640"/>
            <a:ext cx="2286000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59" y="2962656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api-gateway
:8000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834640"/>
            <a:ext cx="2286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2834640"/>
            <a:ext cx="2286000" cy="10972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962656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admin-console
:3000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3840480"/>
            <a:ext cx="4114800" cy="86868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385876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🎯 policy-manager  :8001
PostgreSQL · Redis · Audit Log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840480"/>
            <a:ext cx="3383280" cy="8686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85876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📨 NATS 이벤트 버스
nac.events.* / nac.commands.*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983480"/>
            <a:ext cx="228600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983480"/>
            <a:ext cx="91440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749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sensor
DaemonSet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4983480"/>
            <a:ext cx="228600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34640" y="4983480"/>
            <a:ext cx="91440" cy="7315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0" y="50749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enforcement
DaemonSet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4983480"/>
            <a:ext cx="228600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03520" y="4983480"/>
            <a:ext cx="91440" cy="731520"/>
          </a:xfrm>
          <a:prstGeom prst="rect">
            <a:avLst/>
          </a:prstGeom>
          <a:solidFill>
            <a:srgbClr val="00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0" y="50749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dhcp
DaemonSet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4983480"/>
            <a:ext cx="228600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4983480"/>
            <a:ext cx="91440" cy="731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79" y="50749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endpoint-agent
(PC 설치)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943600"/>
            <a:ext cx="11430000" cy="59436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공통 인프라:  PostgreSQL :5432   Redis :6379   NATS :4222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선택 이유와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CCCCC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66928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669280" cy="4572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36776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⚙️  Backend — 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12264"/>
            <a:ext cx="539496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Axum 0.8: 비동기 HTTP 프레임워크
• tonic 0.12: gRPC 서버/클라이언트
• sqlx 0.8: 비동기 PostgreSQL (컴파일 타임 SQL 검증)
• async-nats: NATS 이벤트 발행/구독
• pnet 0.35: raw socket 패킷 처리
선택 이유: 시스템 프로그래밍 수준의 성능 + 메모리 안전성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66928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66928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36776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🌐  Frontend — React/TypeScript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12264"/>
            <a:ext cx="539496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React 18 + Vite: 빠른 빌드 환경
• TypeScript 5.6: 타입 안전성
• Tailwind CSS: 빠른 UI 스타일링
• Recharts: 통계 차트
• Axios: API 통신 + JWT 토큰 관리
선택 이유: 생산성 높은 SPA + 타입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69080"/>
            <a:ext cx="566928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69080"/>
            <a:ext cx="5669280" cy="457200"/>
          </a:xfrm>
          <a:prstGeom prst="rect">
            <a:avLst/>
          </a:prstGeom>
          <a:solidFill>
            <a:srgbClr val="00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05656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🔌 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81144"/>
            <a:ext cx="539496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RADIUS RFC 2865/2866: 802.1x 표준 인증
• Protocol Buffers + gRPC: 에이전트 통신
• DHCP RFC 2131: IP 주소 관리
• JWT (HS256): API 인증
• ARP: L2 레벨 네트워크 제어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069080"/>
            <a:ext cx="566928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069080"/>
            <a:ext cx="5669280" cy="45720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05656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☁️  인프라 &amp; 배포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81144"/>
            <a:ext cx="539496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Docker Compose: 로컬 개발 환경
• Kubernetes + Helm: 프로덕션 배포
• DaemonSet: 네트워크 서비스 (sensor/enforcement)
• PostgreSQL 16: 단말/정책 데이터
• Redis 7: 캐시/세션
• NATS 2.10 JetStream: 이벤트 스트리밍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구현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컴포넌트별 완성도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CCCCC"/>
                </a:solidFill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5029200" cy="34747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91056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컴포넌트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0680" y="1572768"/>
            <a:ext cx="3657600" cy="34747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59105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572768"/>
            <a:ext cx="2606040" cy="347472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159105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65960"/>
            <a:ext cx="50292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0680" y="1965960"/>
            <a:ext cx="36576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1965960"/>
            <a:ext cx="260604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0253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policy-manager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0025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핵심 정책 엔진 + REST API +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002536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A"/>
                </a:solidFill>
              </a:rPr>
              <a:t>완료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68296"/>
            <a:ext cx="502920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40680" y="2368296"/>
            <a:ext cx="365760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2368296"/>
            <a:ext cx="260604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40487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sensor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4048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ARP/DHCP 패킷 감청 + NATS 발행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404872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A"/>
                </a:solidFill>
              </a:rPr>
              <a:t>완료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70632"/>
            <a:ext cx="50292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40680" y="2770632"/>
            <a:ext cx="36576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2770632"/>
            <a:ext cx="260604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80720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enforcement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280720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ARP 스푸핑 기반 L2 차단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807208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A"/>
                </a:solidFill>
              </a:rPr>
              <a:t>완료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72968"/>
            <a:ext cx="502920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0680" y="3172968"/>
            <a:ext cx="365760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0" y="3172968"/>
            <a:ext cx="260604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20954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aaa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209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RADIUS Auth/Acct + Captive Portal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209544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A"/>
                </a:solidFill>
              </a:rPr>
              <a:t>완료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575304"/>
            <a:ext cx="50292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40680" y="3575304"/>
            <a:ext cx="36576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3575304"/>
            <a:ext cx="260604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61188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agent-gateway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36118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gRPC 수신 + policy-manager 연동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3611880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A"/>
                </a:solidFill>
              </a:rPr>
              <a:t>완료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977639"/>
            <a:ext cx="502920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40680" y="3977639"/>
            <a:ext cx="365760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3977639"/>
            <a:ext cx="260604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014215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api-gateway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4014215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JWT 인증 + REST 프록시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014215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A"/>
                </a:solidFill>
              </a:rPr>
              <a:t>완료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379976"/>
            <a:ext cx="50292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40680" y="4379976"/>
            <a:ext cx="36576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00" y="4379976"/>
            <a:ext cx="260604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41655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endpoint-agent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441655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Win/Linux 에이전트 + 컴플라이언스 검사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60" y="4416552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A"/>
                </a:solidFill>
              </a:rPr>
              <a:t>완료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782312"/>
            <a:ext cx="502920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40680" y="4782312"/>
            <a:ext cx="365760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44000" y="4782312"/>
            <a:ext cx="260604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481888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dhcp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77840" y="481888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DHCPv4 서버 + MAC 고정 할당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81160" y="4818888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A"/>
                </a:solidFill>
              </a:rPr>
              <a:t>완료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184648"/>
            <a:ext cx="50292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0680" y="5184648"/>
            <a:ext cx="36576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44000" y="5184648"/>
            <a:ext cx="260604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22122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admin-console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77840" y="522122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React 관리 UI + 대시보드/정책/감사로그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81160" y="5221224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A"/>
                </a:solidFill>
              </a:rPr>
              <a:t>완료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5586983"/>
            <a:ext cx="502920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40680" y="5586983"/>
            <a:ext cx="365760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0" y="5586983"/>
            <a:ext cx="260604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5623559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Helm Chart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77840" y="562355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Kubernetes 전체 스택 배포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81160" y="5623559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9A"/>
                </a:solidFill>
              </a:rPr>
              <a:t>완료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989320"/>
            <a:ext cx="50292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40680" y="5989320"/>
            <a:ext cx="36576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44000" y="5989320"/>
            <a:ext cx="260604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602589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EAP-TLS/PEAP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77840" y="602589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802.1x 전체 핸드셰이크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81160" y="6025896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8C42"/>
                </a:solidFill>
              </a:rPr>
              <a:t>구조체 완성
(인증서 연동 필요)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6391656"/>
            <a:ext cx="502920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440680" y="6391656"/>
            <a:ext cx="365760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144000" y="6391656"/>
            <a:ext cx="2606040" cy="384048"/>
          </a:xfrm>
          <a:prstGeom prst="rect">
            <a:avLst/>
          </a:prstGeom>
          <a:solidFill>
            <a:srgbClr val="12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2920" y="642823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LDAP 연동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77840" y="642823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AD 계정 실제 연동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81160" y="6428232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8C42"/>
                </a:solidFill>
              </a:rPr>
              <a:t>Mock 구현
(설정으로 활성화)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데모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Ubuntu 서버 + Windows 10 클라이언트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CCCCC"/>
                </a:solidFill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81912"/>
            <a:ext cx="91440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691640"/>
            <a:ext cx="877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1581912"/>
            <a:ext cx="104241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618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서버 기동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65960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docker compose up -d
8개 서비스 자동 시작 (PostgreSQL · Redis · NATS · 앱 서비스)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96312"/>
            <a:ext cx="914400" cy="77724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606040"/>
            <a:ext cx="877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</a:rPr>
              <a:t>STEP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2496312"/>
            <a:ext cx="104241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5328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D91"/>
                </a:solidFill>
              </a:rPr>
              <a:t>Admin Console 접속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880360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브라우저 → http://&lt;서버IP&gt;:3000
admin / changeme 로그인 → JWT 발급 → 대시보드 이동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10712"/>
            <a:ext cx="914400" cy="777240"/>
          </a:xfrm>
          <a:prstGeom prst="rect">
            <a:avLst/>
          </a:prstGeom>
          <a:solidFill>
            <a:srgbClr val="00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520440"/>
            <a:ext cx="877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</a:rPr>
              <a:t>STEP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3410712"/>
            <a:ext cx="104241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3447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9A"/>
                </a:solidFill>
              </a:rPr>
              <a:t>Windows 에이전트 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94760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endpoint-agent.exe 실행 (PowerShell)
30초 후 Endpoints 목록에 DESKTOP-xxx 자동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25112"/>
            <a:ext cx="914400" cy="7772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434840"/>
            <a:ext cx="877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</a:rPr>
              <a:t>STEP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4325112"/>
            <a:ext cx="104241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43616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</a:rPr>
              <a:t>단말 제어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709160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Allow → Block → Quarantine 버튼 클릭
감사 로그에 모든 변경 이력 자동 기록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239512"/>
            <a:ext cx="914400" cy="77724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349240"/>
            <a:ext cx="877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</a:rPr>
              <a:t>STEP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25880" y="5239512"/>
            <a:ext cx="104241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52760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D6D"/>
                </a:solidFill>
              </a:rPr>
              <a:t>RADIUS 인증 테스트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623560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radtest admin changeme localhost 0 radius-shared-secret
Access-Accept 응답 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보안 고려사항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프로덕션 적용 전 필수 체크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CCCCC"/>
                </a:solidFill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669280" cy="10789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109728" cy="107899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733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D6D"/>
                </a:solidFill>
              </a:rPr>
              <a:t>🔑 JWT_SECRET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3911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기본값 'change-me...' → 최소 32자 무작위 문자열 교체 필수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669280" cy="10789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109728" cy="107899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733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D6D"/>
                </a:solidFill>
              </a:rPr>
              <a:t>🔐 RADIUS_SECRET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3911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기본값 'radius-shared-secret' → 강력한 시크릿으로 교체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70632"/>
            <a:ext cx="5669280" cy="10789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70632"/>
            <a:ext cx="109728" cy="107899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8437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D6D"/>
                </a:solidFill>
              </a:rPr>
              <a:t>🔒 ADMIN_PASS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0954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기본값 'changeme' → 즉시 변경 (브루트포스 공격 대상)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770632"/>
            <a:ext cx="5669280" cy="10789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770632"/>
            <a:ext cx="109728" cy="10789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8437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</a:rPr>
              <a:t>🗄️ DB 비밀번호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0954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PostgreSQL nac_dev_password → 프로덕션 강력한 비밀번호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41064"/>
            <a:ext cx="5669280" cy="10789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941064"/>
            <a:ext cx="109728" cy="10789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0142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</a:rPr>
              <a:t>🌐 TLS 인증서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7997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API Gateway / Admin Console에 HTTPS 적용 (cert-manager 권장)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41064"/>
            <a:ext cx="5669280" cy="10789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41064"/>
            <a:ext cx="109728" cy="10789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0142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</a:rPr>
              <a:t>📡 RADIUS UDP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37997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1812/1813 포트를 NAS 장비 IP로만 방화벽 제한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111496"/>
            <a:ext cx="5669280" cy="10789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111496"/>
            <a:ext cx="109728" cy="10789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1846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🏗️ 권한 격리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55040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sensor/enforcement는 NET_RAW 권한 필요 → 전용 노드에 격리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111496"/>
            <a:ext cx="5669280" cy="10789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5111496"/>
            <a:ext cx="109728" cy="10789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1846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📋 LDAP/AD 연동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55040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LDAP_URL 환경변수 설정으로 실제 AD 계정 인증 활성화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향후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단계별 발전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CCCCC"/>
                </a:solidFill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0332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70332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81912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</a:rPr>
              <a:t>Phase 1
(1~2개월)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▸  EAP-TLS/PEAP 완전 구현 (인증서 연동)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0720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▸  LDAP/AD 실제 연동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7413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▸  Windows Defender 예외 자동화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4106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▸  에이전트 Windows 서비스 설치 패키지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370332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703320" cy="594360"/>
          </a:xfrm>
          <a:prstGeom prst="rect">
            <a:avLst/>
          </a:prstGeom>
          <a:solidFill>
            <a:srgbClr val="00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581912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</a:rPr>
              <a:t>Phase 2
(3~4개월)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402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▸  VLAN 동적 할당 (802.1q 태깅)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0720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▸  위협 인텔리전스 연동 (CVE 피드)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7413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▸  macOS 에이전트 지원 (Apple Silicon)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4106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▸  알림 연동 (Slack / 이메일 / SMS)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554480"/>
            <a:ext cx="370332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554480"/>
            <a:ext cx="3703320" cy="5943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581912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</a:rPr>
              <a:t>Phase 3
(5~6개월)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402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▸  AI 기반 이상 행위 탐지 (ML 모델)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0720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▸  멀티 테넌트 관리 (MSP 지원)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37413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▸  OpenTelemetry 분산 추적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94106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▸  SOC/SIEM 연동 (Splunk / ELK)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핵심 가치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LEntropy NAC Platform이 제공하는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CCCCC"/>
                </a:solidFill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703320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0992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🚀 즉시 배포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67128"/>
            <a:ext cx="3520440" cy="3657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76856"/>
            <a:ext cx="34290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docker compose up -d
한 명령으로 전체 스택 기동
추가 설정 없이 즉시 테스트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3703320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70992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🔒 이중 제어 방식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167128"/>
            <a:ext cx="3520440" cy="3657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276856"/>
            <a:ext cx="34290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에이전트리스 + 에이전트 동시 지원
설치 불가 장치도 ARP 스푸핑으로 차단
두 방식의 정보를 통합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00200"/>
            <a:ext cx="3703320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70992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📊 완전한 가시성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167128"/>
            <a:ext cx="3520440" cy="3657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276856"/>
            <a:ext cx="34290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모든 접속 이력 자동 감사 로그
실시간 단말 현황 대시보드
정책 변경 이력 추적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3703320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⚡ 고성능 Rust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98848"/>
            <a:ext cx="3520440" cy="3657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08576"/>
            <a:ext cx="34290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 수준 성능 + 메모리 안전성
수만 단말 동시 처리 가능
최소 리소스로 최대 처리량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931920"/>
            <a:ext cx="3703320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04164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☁️ 클라우드 네이티브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498848"/>
            <a:ext cx="3520440" cy="3657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608576"/>
            <a:ext cx="34290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Kubernetes Helm 차트 제공
DaemonSet / Deployment 분리
수평 확장(Scale-out) 지원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931920"/>
            <a:ext cx="3703320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04164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🧩 표준 프로토콜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4498848"/>
            <a:ext cx="3520440" cy="36576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608576"/>
            <a:ext cx="34290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RADIUS RFC 2865 준수
gRPC / Protocol Buffers
기존 NAS 장비와 호환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74903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B4D8"/>
                </a:solidFill>
              </a:rPr>
              <a:t>질문과 답변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606040"/>
            <a:ext cx="71323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🔗 GitHub:  github.com/LEntropy/LEntropy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10128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📦 Branch:  claude/setup-dev-environment-5cxDF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785616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📋 Docs:    docs/deployment.md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261104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🧪 테스트:  docs/test-guide.md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736592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🚀 기동:    docker compose up -d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5669280"/>
            <a:ext cx="713232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5742432"/>
            <a:ext cx="6949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B4D8"/>
                </a:solidFill>
              </a:rPr>
              <a:t>LEntropy NAC Platform  v0.1  |  Rust + React + Kubernetes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